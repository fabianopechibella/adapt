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Relatório técnico consolidado das duas baterias de QA (Playwright e Selenium). Documento de apoio à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geral. 307 execuções entre as duas baterias. Zero dados alterados reforça o método somente leitura.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Segurança de acesso validada no servidor, não só no navegador. Backend estável sob carga: o gargalo de performance é o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itens de severidade alta. Todos com evidência. As recomendações abreviadas detalham-se nas seções seguintes.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Carga com parada automática (pararia se erro &gt; 20% ou latência &gt; 5s). Não precisou parar. Latência estável ~0,5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Simulação de API indisponível. O estado falso de sucesso pode enganar o usuário durante uma queda de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Evidência do achado de acessibilidade de maior volume. Correção: aria-label por botão e rótulo vinculado a cada switch.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forte: a troca de idioma está correta nas páginas públicas.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Limitações declaradas com transparência. A autenticação por token simples funciona (validada no servidor), mas JWT é o padrão recomendado.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técnico. Próximo passo: priorizar o backlog e integrar a suíte ao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TÉCNICO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914400" cy="45720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Qualidade — PiPlanner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80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branca · caixa preta · automatizados · API · integrações · segurança · usabilidade · performance · carga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https://piplanner.io · 17 de outubro de 2026 · modo somente leitura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 testes, nenhum dado alterado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com 307 testes automatizados (Playwright e Selenium), cobrindo 4 páginas públicas e 18 telas da área logada em desktop, Android e iPhone emulado.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14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6974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executados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24688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1F8A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26974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FD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</a:t>
            </a:r>
            <a:endParaRPr lang="en-US" sz="5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4688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3A7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6974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3A7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50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reprovados, rastreados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69680" y="24688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1E355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98280" y="26974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0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alterados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6634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das reprovações: 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e performance mobile. Nenhum erro de JavaScript bloqueante nem erro 500 por falha de código nas telas.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Técnico de QA · PiPlanner · 17/10/2026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fortes confirmados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38528"/>
            <a:ext cx="310896" cy="310896"/>
          </a:xfrm>
          <a:prstGeom prst="ellipse">
            <a:avLst/>
          </a:prstGeom>
          <a:solidFill>
            <a:srgbClr val="E3F3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9902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validado no servidor: token ausente 401, organização trocada 403, usuário inexistente 401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88336"/>
            <a:ext cx="310896" cy="310896"/>
          </a:xfrm>
          <a:prstGeom prst="ellipse">
            <a:avLst/>
          </a:prstGeom>
          <a:solidFill>
            <a:srgbClr val="E3F3E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688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532888"/>
            <a:ext cx="9902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endpoints protegidos recusam acesso sem token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438144"/>
            <a:ext cx="310896" cy="310896"/>
          </a:xfrm>
          <a:prstGeom prst="ellipse">
            <a:avLst/>
          </a:prstGeom>
          <a:solidFill>
            <a:srgbClr val="E3F3E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82696"/>
            <a:ext cx="9902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enumeração de usuários; limite de login (20 tentativas / 15 min por IP)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032504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187952"/>
            <a:ext cx="310896" cy="310896"/>
          </a:xfrm>
          <a:prstGeom prst="ellipse">
            <a:avLst/>
          </a:prstGeom>
          <a:solidFill>
            <a:srgbClr val="E3F3E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032504"/>
            <a:ext cx="9902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sólido sob carga: 240 requisições, 0 erros 5xx, latência ~0,5 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782312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937760"/>
            <a:ext cx="310896" cy="310896"/>
          </a:xfrm>
          <a:prstGeom prst="ellipse">
            <a:avLst/>
          </a:prstGeom>
          <a:solidFill>
            <a:srgbClr val="E3F3E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937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782312"/>
            <a:ext cx="9902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telas internas sem exceção de JavaScript nem erro 500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532120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5687568"/>
            <a:ext cx="310896" cy="310896"/>
          </a:xfrm>
          <a:prstGeom prst="ellipse">
            <a:avLst/>
          </a:prstGeom>
          <a:solidFill>
            <a:srgbClr val="E3F3E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687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532120"/>
            <a:ext cx="9902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Internacionalização (pt/en/es) traduz a tela de login por completo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Técnico de QA · PiPlanner · 17/10/2026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Achados priorizados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08792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188720"/>
                <a:gridCol w="2103120"/>
                <a:gridCol w="313639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Carregamento mobile lento (~8,4 s no 4G)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Dividir o JS; home estática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Botões de ícone sem nome acessível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Acessibilidade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Adicionar aria-label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lateral inacessível por teclado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Acessibilidade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com aria-expanded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quebra ao receber 404 em HTML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Resolver 404; blindar parser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Falha de rede não é avisada ao usuário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Exibir aviso e recarregar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Política de Privacidade nem Termos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Publicar páginas legais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Headers de segurança ausentes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Ativar helmet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malformado gera erro 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Tratar entrada inválida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Rotas de API inexistentes (404)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Implementar ou remover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Contraste e áreas de toque no celular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Ajustar tokens e alvos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Técnico de QA · PiPlanner · 17/10/2026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progressiva com parada de segurança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backend manteve latência estável e zero erros de servidor ao subir a concorrência de 5 para 30 requisições simultâneas.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90879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2011680"/>
                <a:gridCol w="1828800"/>
                <a:gridCol w="210312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Requisições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Erros 5xx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 média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 p95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simultâneos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633 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1208 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simultâneos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 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583 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simultâneos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489 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587 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simultâneos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474 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582 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de segurança: não acionada. O gargalo de performance está no frontend, não no servidor.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Técnico de QA · PiPlanner · 17/10/2026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Falha de rede não é avisada ao usuário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37360"/>
            <a:ext cx="694944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92024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FBE9E7"/>
          </a:solidFill>
          <a:ln w="12700">
            <a:solidFill>
              <a:srgbClr val="E6B0A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2194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a API fora do ar, o Dashboard não mostra erro.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2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“0 objetivos” e “Todos os objetivos no prazo”. Uma falha de rede fica indistinguível de “está tudo certo”.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5212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exibir aviso de falha e opção de recarregar.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Técnico de QA · PiPlanner · 17/10/2026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VISUAL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Acessibilidade: botões sem nome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37360"/>
            <a:ext cx="7680960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Papéis e Permissões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25603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81 switches de permissão não têm nome acessível. Um usuário de leitor de tela não consegue administrar acessos. Elementos com problema destacados em vermelho.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Técnico de QA · PiPlanner · 17/10/2026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VISUAL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Internacionalização funciona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37360"/>
            <a:ext cx="768096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em inglês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25603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Português, inglês e espanhol traduzem a tela de login por completo (“Sign In”, “Iniciar sesión”), sem nenhuma chave de tradução crua aparecendo.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Técnico de QA · PiPlanner · 17/10/2026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e limitações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Modo somente leitura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de cadastro/edição e RBAC estão escritas e desativadas; rodam só em homologação.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Navegadores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emulado no Chromium; Firefox e Safari reais não instaláveis neste ambiente.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72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em laboratório (datacenter + 4G simulado); não substitui dados de campo.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572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Authorization: Bearer &lt;user_id&gt;:&lt;org_id&gt;; avaliar tokens assinados (JWT).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Técnico de QA · PiPlanner · 17/10/2026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914400" cy="45720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confiável, com caminho claro de correção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correções de maior impacto cabem em um ciclo de planejamento. Recomenda-se adotar a suíte de testes como critério de aceite no pipeline de CI/CD, com orçamento de performance e zero falhas graves de acessibilidade como bloqueio de entrega.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Suíte versionada em qa/piplanner e qa/piplanner-selenium · reexecutável a cada entrega.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PiPlanner — Relatório Técnico de QA</dc:title>
  <dc:subject>PptxGenJS Presentation</dc:subject>
  <dc:creator>QA — Consultoria</dc:creator>
  <cp:lastModifiedBy>QA — Consultoria</cp:lastModifiedBy>
  <cp:revision>1</cp:revision>
  <dcterms:created xsi:type="dcterms:W3CDTF">2026-10-17T04:19:37Z</dcterms:created>
  <dcterms:modified xsi:type="dcterms:W3CDTF">2026-10-17T04:19:37Z</dcterms:modified>
</cp:coreProperties>
</file>